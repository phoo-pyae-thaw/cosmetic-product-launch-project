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D4A843">
              <a:alpha val="15000"/>
            </a:srgbClr>
          </a:solidFill>
          <a:ln w="1270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D4A843">
              <a:alpha val="25000"/>
            </a:srgbClr>
          </a:solidFill>
          <a:ln w="1270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LAUNCH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Tinted Vitamin C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Sunscreen Serum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280160" cy="475488"/>
          </a:xfrm>
          <a:prstGeom prst="roundRect">
            <a:avLst>
              <a:gd name="adj" fmla="val 15385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SPF 50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8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· Brighten · Perfect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804672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· Internal Launch Document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109728"/>
          </a:xfrm>
          <a:prstGeom prst="rect">
            <a:avLst/>
          </a:prstGeom>
          <a:solidFill>
            <a:srgbClr val="E8923A"/>
          </a:solidFill>
          <a:ln w="12700">
            <a:solidFill>
              <a:srgbClr val="E89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UV Protection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Broad-spectrum SPF 50 shields skin from UVA &amp; UVB rays all day long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651760" cy="1097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43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Vitamin C Brightening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 antioxidant serum evens skin tone and delivers a natural glow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60120"/>
            <a:ext cx="2651760" cy="109728"/>
          </a:xfrm>
          <a:prstGeom prst="rect">
            <a:avLst/>
          </a:prstGeom>
          <a:solidFill>
            <a:srgbClr val="7EB5A0"/>
          </a:solidFill>
          <a:ln w="12700">
            <a:solidFill>
              <a:srgbClr val="7EB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143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Tint Coverage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17373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Lightweight tint perfects complexion without heavy foundation feel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  ·  Simplify daily skincare: one product replaces sunscreen + serum + light foundation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MARKET  &amp;  COMPETITIVE LANDSCAPE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005840" cy="347472"/>
          </a:xfrm>
          <a:prstGeom prst="rect">
            <a:avLst/>
          </a:prstGeom>
          <a:solidFill>
            <a:srgbClr val="E8923A">
              <a:alpha val="15000"/>
            </a:srgbClr>
          </a:solidFill>
          <a:ln w="12700">
            <a:solidFill>
              <a:srgbClr val="E8923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1499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– 30 years old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1005840" cy="347472"/>
          </a:xfrm>
          <a:prstGeom prst="rect">
            <a:avLst/>
          </a:prstGeom>
          <a:solidFill>
            <a:srgbClr val="E8923A">
              <a:alpha val="15000"/>
            </a:srgbClr>
          </a:solidFill>
          <a:ln w="12700">
            <a:solidFill>
              <a:srgbClr val="E8923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574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2093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genders · focus female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1005840" cy="347472"/>
          </a:xfrm>
          <a:prstGeom prst="rect">
            <a:avLst/>
          </a:prstGeom>
          <a:solidFill>
            <a:srgbClr val="E8923A">
              <a:alpha val="15000"/>
            </a:srgbClr>
          </a:solidFill>
          <a:ln w="12700">
            <a:solidFill>
              <a:srgbClr val="E8923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517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Lifestyle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26883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Busy, minimal-makeup users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1005840" cy="347472"/>
          </a:xfrm>
          <a:prstGeom prst="rect">
            <a:avLst/>
          </a:prstGeom>
          <a:solidFill>
            <a:srgbClr val="E8923A">
              <a:alpha val="15000"/>
            </a:srgbClr>
          </a:solidFill>
          <a:ln w="12700">
            <a:solidFill>
              <a:srgbClr val="E8923A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461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 Point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00200" y="32826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many skincare steps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1005840" cy="347472"/>
          </a:xfrm>
          <a:prstGeom prst="rect">
            <a:avLst/>
          </a:prstGeom>
          <a:solidFill>
            <a:srgbClr val="E8923A">
              <a:alpha val="15000"/>
            </a:srgbClr>
          </a:solidFill>
          <a:ln w="12700">
            <a:solidFill>
              <a:srgbClr val="E8923A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404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 Point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38770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Wants natural glow look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1508760"/>
            <a:ext cx="3749040" cy="777240"/>
          </a:xfrm>
          <a:prstGeom prst="rect">
            <a:avLst/>
          </a:prstGeom>
          <a:solidFill>
            <a:srgbClr val="FAFA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5453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Supergoop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Weakness: Premium price point, limited shade range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514600"/>
            <a:ext cx="3749040" cy="777240"/>
          </a:xfrm>
          <a:prstGeom prst="rect">
            <a:avLst/>
          </a:prstGeom>
          <a:solidFill>
            <a:srgbClr val="FAFA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5511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Fenty Skin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Weakness: High cost, less focus on SPF efficacy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566160"/>
            <a:ext cx="374904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6393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OPPORTUNITY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931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Affordable 3-in-1 multi-use product with broad tint range — filling the gap left by premium competitors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 SELLING PROPOSITION  &amp;  BUDGET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120640" cy="1645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3-in-1</a:t>
            </a:r>
            <a:endParaRPr lang="en-US" sz="3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· Brighten · Perfect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788920"/>
            <a:ext cx="1600200" cy="73152"/>
          </a:xfrm>
          <a:prstGeom prst="rect">
            <a:avLst/>
          </a:prstGeom>
          <a:solidFill>
            <a:srgbClr val="E8923A"/>
          </a:solidFill>
          <a:ln w="12700">
            <a:solidFill>
              <a:srgbClr val="E89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077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3246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SPF 50 broad-spectrum UV shield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84832" y="278892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2788920"/>
            <a:ext cx="1600200" cy="73152"/>
          </a:xfrm>
          <a:prstGeom prst="rect">
            <a:avLst/>
          </a:prstGeom>
          <a:solidFill>
            <a:srgbClr val="E8923A"/>
          </a:solidFill>
          <a:ln w="12700">
            <a:solidFill>
              <a:srgbClr val="E89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29077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57984" y="3246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Vitamin C serum fades dark spots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03904" y="278892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03904" y="2788920"/>
            <a:ext cx="1600200" cy="73152"/>
          </a:xfrm>
          <a:prstGeom prst="rect">
            <a:avLst/>
          </a:prstGeom>
          <a:solidFill>
            <a:srgbClr val="E8923A"/>
          </a:solidFill>
          <a:ln w="12700">
            <a:solidFill>
              <a:srgbClr val="E89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03904" y="29077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77056" y="3246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Tint evens skin with zero effort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960120"/>
            <a:ext cx="3017520" cy="3200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5216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BUDGET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1463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$13,000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5852160" y="2423160"/>
            <a:ext cx="2834640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45973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Dev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24597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$4,000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2834640"/>
            <a:ext cx="2834640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28712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28712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$5,000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3246120"/>
            <a:ext cx="2834640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328269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32826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$2,500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52160" y="3657600"/>
            <a:ext cx="2834640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369417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Contingency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0" y="36941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$1,500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DEVELOPMENT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011680" cy="640080"/>
          </a:xfrm>
          <a:prstGeom prst="rect">
            <a:avLst/>
          </a:prstGeom>
          <a:solidFill>
            <a:srgbClr val="E8923A"/>
          </a:solidFill>
          <a:ln w="12700">
            <a:solidFill>
              <a:srgbClr val="E89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 Development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key ingredients (Vit C, SPF actives)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971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Ensure SPF 50 efficacy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Stability &amp; shelf-life testing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91440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914400"/>
            <a:ext cx="2011680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14600" y="1645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Packaging Design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bottle &amp; dispenser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2971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label &amp; ingredient list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 with brand identity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91440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914400"/>
            <a:ext cx="2011680" cy="640080"/>
          </a:xfrm>
          <a:prstGeom prst="rect">
            <a:avLst/>
          </a:prstGeom>
          <a:solidFill>
            <a:srgbClr val="7EB5A0"/>
          </a:solidFill>
          <a:ln w="12700">
            <a:solidFill>
              <a:srgbClr val="7EB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09160" y="1645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Testing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Dermatologist skin testing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971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SPF in-vivo testing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 user trials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91440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12280" y="914400"/>
            <a:ext cx="2011680" cy="640080"/>
          </a:xfrm>
          <a:prstGeom prst="rect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903720" y="1645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Compliance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372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cosmetic regulations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03720" y="2971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label claims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0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Obtain market approvals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PREPARATION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828800"/>
          </a:xfrm>
          <a:prstGeom prst="rect">
            <a:avLst/>
          </a:prstGeom>
          <a:solidFill>
            <a:srgbClr val="E8923A"/>
          </a:solidFill>
          <a:ln w="12700">
            <a:solidFill>
              <a:srgbClr val="E89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51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Branding &amp; Logo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417320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brand logo, define color palette &amp; visual language that speaks to the target audience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207568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logo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22768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brand colors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47802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brand voice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60120"/>
            <a:ext cx="64008" cy="18288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051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Media Strategy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417320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Multi-platform content calendar targeting Instagram, TikTok, and YouTube for max reach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0712" y="207568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platforms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10712" y="22768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content calendar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10712" y="247802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posting schedule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960120"/>
            <a:ext cx="64008" cy="1828800"/>
          </a:xfrm>
          <a:prstGeom prst="rect">
            <a:avLst/>
          </a:prstGeom>
          <a:solidFill>
            <a:srgbClr val="7EB5A0"/>
          </a:solidFill>
          <a:ln w="12700">
            <a:solidFill>
              <a:srgbClr val="7EB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1051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Influencer Outreach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82512" y="1417320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 with micro &amp; macro beauty influencers for authentic product reviews and tutorials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82512" y="207568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beauty influencers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82512" y="22768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 outreach &amp; contracts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82512" y="247802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PR packages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29718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2971800"/>
            <a:ext cx="64008" cy="1828800"/>
          </a:xfrm>
          <a:prstGeom prst="rect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30632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Creation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" y="3429000"/>
            <a:ext cx="3858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 photo, video, and ad creative assets optimized for each platform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7512" y="408736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photography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" y="42885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tutorials &amp; Reels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512" y="448970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ad creatives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9718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971800"/>
            <a:ext cx="64008" cy="1828800"/>
          </a:xfrm>
          <a:prstGeom prst="rect">
            <a:avLst/>
          </a:prstGeom>
          <a:solidFill>
            <a:srgbClr val="E8923A"/>
          </a:solidFill>
          <a:ln w="12700">
            <a:solidFill>
              <a:srgbClr val="E892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30632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&amp; Landing Page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73752" y="3429000"/>
            <a:ext cx="3858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E-commerce enabled page with product info, shade finder, and seamless checkout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73752" y="408736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landing page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73752" y="42885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product details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73752" y="448970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purchase flow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EXECUTION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347472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920240" cy="685800"/>
          </a:xfrm>
          <a:prstGeom prst="rect">
            <a:avLst/>
          </a:prstGeom>
          <a:solidFill>
            <a:srgbClr val="E8923A"/>
          </a:solidFill>
          <a:ln w="12700">
            <a:solidFill>
              <a:srgbClr val="E89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manufacture product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control checks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95728" y="2331720"/>
            <a:ext cx="201168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005840"/>
            <a:ext cx="1920240" cy="347472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005840"/>
            <a:ext cx="1920240" cy="6858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9748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Prep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246888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 stock levels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29718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Organise storage &amp; logistics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44568" y="2331720"/>
            <a:ext cx="201168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005840"/>
            <a:ext cx="1920240" cy="347472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05840"/>
            <a:ext cx="1920240" cy="685800"/>
          </a:xfrm>
          <a:prstGeom prst="rect">
            <a:avLst/>
          </a:prstGeom>
          <a:solidFill>
            <a:srgbClr val="7EB5A0"/>
          </a:solidFill>
          <a:ln w="12700">
            <a:solidFill>
              <a:srgbClr val="7EB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84632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Campaign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46888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Activate paid ads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9718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social content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4747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Influencer posts go live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93408" y="2331720"/>
            <a:ext cx="201168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1005840"/>
            <a:ext cx="1920240" cy="347472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1005840"/>
            <a:ext cx="1920240" cy="685800"/>
          </a:xfrm>
          <a:prstGeom prst="rect">
            <a:avLst/>
          </a:prstGeom>
          <a:solidFill>
            <a:srgbClr val="E8923A"/>
          </a:solidFill>
          <a:ln w="12700">
            <a:solidFill>
              <a:srgbClr val="E892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99516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 Day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5160" y="246888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 goes live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29718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promotions active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34747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BBBB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live sales data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POST-LAUNCH REVIEW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94360" cy="594360"/>
          </a:xfrm>
          <a:prstGeom prst="ellipse">
            <a:avLst/>
          </a:prstGeom>
          <a:solidFill>
            <a:srgbClr val="E8923A">
              <a:alpha val="15000"/>
            </a:srgbClr>
          </a:solidFill>
          <a:ln w="12700">
            <a:solidFill>
              <a:srgbClr val="E8923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247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1612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revenue vs. target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channel performance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143000"/>
            <a:ext cx="594360" cy="594360"/>
          </a:xfrm>
          <a:prstGeom prst="ellipse">
            <a:avLst/>
          </a:prstGeom>
          <a:solidFill>
            <a:srgbClr val="D4A843">
              <a:alpha val="15000"/>
            </a:srgbClr>
          </a:solidFill>
          <a:ln w="1270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247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11612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Feedback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 reviews &amp; ratings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sentiment &amp; themes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91840"/>
            <a:ext cx="594360" cy="594360"/>
          </a:xfrm>
          <a:prstGeom prst="ellipse">
            <a:avLst/>
          </a:prstGeom>
          <a:solidFill>
            <a:srgbClr val="7EB5A0">
              <a:alpha val="15000"/>
            </a:srgbClr>
          </a:solidFill>
          <a:ln w="12700">
            <a:solidFill>
              <a:srgbClr val="7EB5A0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73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31012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Evaluation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9319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actual vs. KPIs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 campaign success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3291840"/>
            <a:ext cx="594360" cy="594360"/>
          </a:xfrm>
          <a:prstGeom prst="ellipse">
            <a:avLst/>
          </a:prstGeom>
          <a:solidFill>
            <a:srgbClr val="3D3D5C">
              <a:alpha val="15000"/>
            </a:srgbClr>
          </a:solidFill>
          <a:ln w="12700">
            <a:solidFill>
              <a:srgbClr val="3D3D5C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273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69280" y="331012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Improvement Plan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9319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product issues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4348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formula / pack upgrades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TEAM &amp; RESPONSIBILITIES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solidFill>
            <a:srgbClr val="E8923A"/>
          </a:solidFill>
          <a:ln w="12700">
            <a:solidFill>
              <a:srgbClr val="E89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784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Manager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concept &amp; goal setting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 &amp; budget planning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assessment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USP definition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day coordination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evaluation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960120"/>
            <a:ext cx="2743200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9784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Manager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417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market research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691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Competitor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1965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 strategy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Influencer outreach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514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&amp; feedback analysis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96012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960120"/>
            <a:ext cx="2743200" cy="411480"/>
          </a:xfrm>
          <a:prstGeom prst="rect">
            <a:avLst/>
          </a:prstGeom>
          <a:solidFill>
            <a:srgbClr val="7EB5A0"/>
          </a:solidFill>
          <a:ln w="12700">
            <a:solidFill>
              <a:srgbClr val="7EB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9784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Manager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1417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 development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1691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&amp; SPF testing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1965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compliance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Ingredient sourcing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38328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383280"/>
            <a:ext cx="4114800" cy="411480"/>
          </a:xfrm>
          <a:prstGeom prst="rect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4015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3840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Packaging design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Branding &amp; logo creation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4389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&amp; ad creation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" y="4663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 &amp; landing page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38328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383280"/>
            <a:ext cx="4114800" cy="411480"/>
          </a:xfrm>
          <a:prstGeom prst="rect">
            <a:avLst/>
          </a:prstGeom>
          <a:solidFill>
            <a:srgbClr val="E8923A"/>
          </a:solidFill>
          <a:ln w="12700">
            <a:solidFill>
              <a:srgbClr val="E892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4015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Manager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00600" y="3840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 sourcing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4114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production oversight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4389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checks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0600" y="4663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3D3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&amp; storage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EB5A0">
              <a:alpha val="12000"/>
            </a:srgbClr>
          </a:solidFill>
          <a:ln w="12700">
            <a:solidFill>
              <a:srgbClr val="7EB5A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645920"/>
            <a:ext cx="640080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Launch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· Brighten · Perfect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3429000"/>
            <a:ext cx="640080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8888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Tinted Vitamin C Sunscreen Serum SPF 50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Tinted Vitamin C Sunscreen Serum SPF 50 — Launch Plan</dc:title>
  <dc:subject>PptxGenJS Presentation</dc:subject>
  <dc:creator>PptxGenJS</dc:creator>
  <cp:lastModifiedBy>PptxGenJS</cp:lastModifiedBy>
  <cp:revision>1</cp:revision>
  <dcterms:created xsi:type="dcterms:W3CDTF">2026-05-12T06:01:08Z</dcterms:created>
  <dcterms:modified xsi:type="dcterms:W3CDTF">2026-05-12T06:01:08Z</dcterms:modified>
</cp:coreProperties>
</file>